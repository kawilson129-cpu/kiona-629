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76072"/>
            <a:ext cx="475488" cy="50292"/>
          </a:xfrm>
          <a:prstGeom prst="rect">
            <a:avLst/>
          </a:prstGeom>
          <a:solidFill>
            <a:srgbClr val="BD8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411480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BD8794"/>
                </a:solidFill>
                <a:latin typeface="Aptos"/>
              </a:defRPr>
            </a:pPr>
            <a:r>
              <a:rPr lang="en-US" sz="1500" dirty="0"/>
              <a:t>Semester 4 Week 4 Review</a:t>
            </a:r>
            <a:endParaRPr sz="1500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700" b="0">
                <a:solidFill>
                  <a:srgbClr val="392522"/>
                </a:solidFill>
                <a:latin typeface="Georgia"/>
              </a:defRPr>
            </a:pPr>
            <a:r>
              <a:rPr sz="5000" dirty="0"/>
              <a:t>Progress </a:t>
            </a:r>
            <a:r>
              <a:rPr lang="en-US" sz="5000" dirty="0"/>
              <a:t>W</a:t>
            </a:r>
            <a:r>
              <a:rPr sz="5000" dirty="0"/>
              <a:t>ith </a:t>
            </a:r>
            <a:endParaRPr lang="en-US" sz="5000" dirty="0"/>
          </a:p>
          <a:p>
            <a:pPr>
              <a:spcAft>
                <a:spcPts val="1200"/>
              </a:spcAft>
              <a:defRPr sz="3700" b="0">
                <a:solidFill>
                  <a:srgbClr val="392522"/>
                </a:solidFill>
                <a:latin typeface="Georgia"/>
              </a:defRPr>
            </a:pPr>
            <a:r>
              <a:rPr lang="en-US" sz="5000" dirty="0"/>
              <a:t>P</a:t>
            </a:r>
            <a:r>
              <a:rPr sz="5000" dirty="0"/>
              <a:t>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826E69"/>
                </a:solidFill>
                <a:latin typeface="Aptos"/>
              </a:defRPr>
            </a:pPr>
            <a:r>
              <a:t>DEREXI  /  WEEKLY STATUS UPDATE  /  OCT 08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BD879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89448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392522"/>
                </a:solidFill>
                <a:latin typeface="Aptos"/>
              </a:defRPr>
            </a:pPr>
            <a:r>
              <a:rPr dirty="0"/>
              <a:t>Technical learning  ·  Applied security  ·  Professional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97688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BD8794"/>
                </a:solidFill>
                <a:latin typeface="Aptos"/>
              </a:defRPr>
            </a:pPr>
            <a:r>
              <a:rPr dirty="0"/>
              <a:t>KIONA WILSON     |     DAE STATUS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76072"/>
            <a:ext cx="475488" cy="50292"/>
          </a:xfrm>
          <a:prstGeom prst="rect">
            <a:avLst/>
          </a:prstGeom>
          <a:solidFill>
            <a:srgbClr val="BD8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BD8794"/>
                </a:solidFill>
                <a:latin typeface="Aptos"/>
              </a:defRPr>
            </a:pPr>
            <a:r>
              <a:t>COURSEWORK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700" b="0">
                <a:solidFill>
                  <a:srgbClr val="392522"/>
                </a:solidFill>
                <a:latin typeface="Georgia"/>
              </a:defRPr>
            </a:pPr>
            <a:r>
              <a:t>A strong finish in 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826E69"/>
                </a:solidFill>
                <a:latin typeface="Aptos"/>
              </a:defRPr>
            </a:pPr>
            <a:r>
              <a:t>DEREXI  /  WEEKLY STATUS UPDATE  /  OCT 08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BD879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800" b="0">
                <a:solidFill>
                  <a:srgbClr val="392522"/>
                </a:solidFill>
                <a:latin typeface="Georgia"/>
              </a:defRPr>
            </a:pPr>
            <a:r>
              <a:t>5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92522"/>
                </a:solidFill>
                <a:latin typeface="Aptos"/>
              </a:defRPr>
            </a:pPr>
            <a:r>
              <a:t>Secure Software Development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826E69"/>
                </a:solidFill>
                <a:latin typeface="Aptos"/>
              </a:defRPr>
            </a:pPr>
            <a:r>
              <a:t>Five tasks marked 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800" b="0">
                <a:solidFill>
                  <a:srgbClr val="392522"/>
                </a:solidFill>
                <a:latin typeface="Georgia"/>
              </a:defRPr>
            </a:pPr>
            <a:r>
              <a:t>3 /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461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92522"/>
                </a:solidFill>
                <a:latin typeface="Aptos"/>
              </a:defRPr>
            </a:pPr>
            <a:r>
              <a:t>Cryptography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690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826E69"/>
                </a:solidFill>
                <a:latin typeface="Aptos"/>
              </a:defRPr>
            </a:pPr>
            <a:r>
              <a:t>Three tasks marked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BD8794"/>
                </a:solidFill>
                <a:latin typeface="Aptos"/>
              </a:defRPr>
            </a:pPr>
            <a:r>
              <a:t>Target: complete remaining coursework by the end of this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76072"/>
            <a:ext cx="475488" cy="50292"/>
          </a:xfrm>
          <a:prstGeom prst="rect">
            <a:avLst/>
          </a:prstGeom>
          <a:solidFill>
            <a:srgbClr val="BD8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BD8794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700" b="0">
                <a:solidFill>
                  <a:srgbClr val="392522"/>
                </a:solidFill>
                <a:latin typeface="Georgia"/>
              </a:defRPr>
            </a:pPr>
            <a:r>
              <a:t>From concepts to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826E69"/>
                </a:solidFill>
                <a:latin typeface="Aptos"/>
              </a:defRPr>
            </a:pPr>
            <a:r>
              <a:t>DEREXI  /  WEEKLY STATUS UPDATE  /  OCT 08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BD879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BD8794"/>
                </a:solidFill>
                <a:latin typeface="Aptos"/>
              </a:defRPr>
            </a:pPr>
            <a:r>
              <a:t>CRYPTOGRAPHY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14884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392522"/>
                </a:solidFill>
                <a:latin typeface="Aptos"/>
              </a:defRPr>
            </a:pPr>
            <a:r>
              <a:t>Encryption, hashing, public-key concepts and digital signatures.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BD8794"/>
                </a:solidFill>
                <a:latin typeface="Aptos"/>
              </a:defRPr>
            </a:pPr>
            <a:r>
              <a:t>NETWORK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38328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392522"/>
                </a:solidFill>
                <a:latin typeface="Aptos"/>
              </a:defRPr>
            </a:pPr>
            <a:r>
              <a:t>Wireshark: inspecting packets to understand network communication.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BD8794"/>
                </a:solidFill>
                <a:latin typeface="Aptos"/>
              </a:defRPr>
            </a:pPr>
            <a:r>
              <a:t>SECURE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61772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392522"/>
                </a:solidFill>
                <a:latin typeface="Aptos"/>
              </a:defRPr>
            </a:pPr>
            <a:r>
              <a:t>Secure coding, code analysis and vulnerability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76072"/>
            <a:ext cx="475488" cy="50292"/>
          </a:xfrm>
          <a:prstGeom prst="rect">
            <a:avLst/>
          </a:prstGeom>
          <a:solidFill>
            <a:srgbClr val="BD8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BD8794"/>
                </a:solidFill>
                <a:latin typeface="Aptos"/>
              </a:defRPr>
            </a:pPr>
            <a:r>
              <a:t>PRODUCT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700" b="0">
                <a:solidFill>
                  <a:srgbClr val="392522"/>
                </a:solidFill>
                <a:latin typeface="Georgia"/>
              </a:defRPr>
            </a:pPr>
            <a:r>
              <a:t>DeRexi: building, then refining.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826E69"/>
                </a:solidFill>
                <a:latin typeface="Aptos"/>
              </a:defRPr>
            </a:pPr>
            <a:r>
              <a:t>DEREXI  /  WEEKLY STATUS UPDATE  /  OCT 08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BD879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92522"/>
                </a:solidFill>
                <a:latin typeface="Aptos"/>
              </a:defRPr>
            </a:pPr>
            <a:r>
              <a:t>COMPLETE  ·  Week 5: AI Search &amp; Policy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92522"/>
                </a:solidFill>
                <a:latin typeface="Aptos"/>
              </a:defRPr>
            </a:pPr>
            <a:r>
              <a:t>COMPLETE  ·  Week 6: Employee 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BD8794"/>
                </a:solidFill>
                <a:latin typeface="Aptos"/>
              </a:defRPr>
            </a:pPr>
            <a:r>
              <a:t>NEXT  ·  Week 7: Feedback &amp; Email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826E69"/>
                </a:solidFill>
                <a:latin typeface="Aptos"/>
              </a:defRPr>
            </a:pPr>
            <a:r>
              <a:t>Project timeline is behind; focus is on a manageable path forward.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76072"/>
            <a:ext cx="475488" cy="50292"/>
          </a:xfrm>
          <a:prstGeom prst="rect">
            <a:avLst/>
          </a:prstGeom>
          <a:solidFill>
            <a:srgbClr val="BD8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BD8794"/>
                </a:solidFill>
                <a:latin typeface="Aptos"/>
              </a:defRPr>
            </a:pPr>
            <a:r>
              <a:t>360 FEEDBACK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700" b="0">
                <a:solidFill>
                  <a:srgbClr val="392522"/>
                </a:solidFill>
                <a:latin typeface="Georgia"/>
              </a:defRPr>
            </a:pPr>
            <a:r>
              <a:t>Feedback into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826E69"/>
                </a:solidFill>
                <a:latin typeface="Aptos"/>
              </a:defRPr>
            </a:pPr>
            <a:r>
              <a:t>DEREXI  /  WEEKLY STATUS UPDATE  /  OCT 08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BD879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92522"/>
                </a:solidFill>
                <a:latin typeface="Aptos"/>
              </a:defRPr>
            </a:pPr>
            <a:r>
              <a:t>STRENGTHS  ·  Communication, positive energy and technical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392522"/>
                </a:solidFill>
                <a:latin typeface="Aptos"/>
              </a:defRPr>
            </a:pPr>
            <a:r>
              <a:t>GROWTH  ·  Time management and concise presentations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BD8794"/>
                </a:solidFill>
                <a:latin typeface="Aptos"/>
              </a:defRPr>
            </a:pPr>
            <a:r>
              <a:t>ACTION  ·  Time-box work, protect focus blocks, rehearse to three key points, and communicate feedback applied.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826E69"/>
                </a:solidFill>
                <a:latin typeface="Aptos"/>
              </a:defRPr>
            </a:pPr>
            <a:r>
              <a:t>Next milestone: close coursework gaps and resume DeRexi Week 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262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Kiona Wilson</dc:creator>
  <cp:keywords/>
  <dc:description>generated using python-pptx</dc:description>
  <cp:lastModifiedBy>Kiona Wilson</cp:lastModifiedBy>
  <cp:revision>2</cp:revision>
  <dcterms:created xsi:type="dcterms:W3CDTF">2013-01-27T09:14:16Z</dcterms:created>
  <dcterms:modified xsi:type="dcterms:W3CDTF">2026-10-08T02:37:46Z</dcterms:modified>
  <cp:category/>
</cp:coreProperties>
</file>