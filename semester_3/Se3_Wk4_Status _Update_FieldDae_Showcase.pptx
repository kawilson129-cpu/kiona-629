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896C"/>
          </a:solidFill>
          <a:ln w="12700">
            <a:solidFill>
              <a:srgbClr val="D889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430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4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DATA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protection for travelers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F4D2BE"/>
          </a:solidFill>
          <a:ln w="12700">
            <a:solidFill>
              <a:srgbClr val="F4D2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776472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34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SEMESTER II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 Kiona Wilson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914400"/>
            <a:ext cx="5029200" cy="5212080"/>
          </a:xfrm>
          <a:prstGeom prst="rect">
            <a:avLst/>
          </a:prstGeom>
          <a:solidFill>
            <a:srgbClr val="E7C9B4"/>
          </a:solidFill>
          <a:ln w="12700">
            <a:solidFill>
              <a:srgbClr val="E7C9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3611880"/>
            <a:ext cx="4251960" cy="1417320"/>
          </a:xfrm>
          <a:prstGeom prst="rect">
            <a:avLst/>
          </a:prstGeom>
          <a:solidFill>
            <a:srgbClr val="F5E9DF"/>
          </a:solidFill>
          <a:ln w="12700">
            <a:solidFill>
              <a:srgbClr val="F5E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3840480"/>
            <a:ext cx="3337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1417320"/>
            <a:ext cx="3017520" cy="1691640"/>
          </a:xfrm>
          <a:prstGeom prst="rect">
            <a:avLst/>
          </a:prstGeom>
          <a:solidFill>
            <a:srgbClr val="2D2624"/>
          </a:solidFill>
          <a:ln w="12700">
            <a:solidFill>
              <a:srgbClr val="2D26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32320" y="1097280"/>
            <a:ext cx="0" cy="2103120"/>
          </a:xfrm>
          <a:prstGeom prst="line">
            <a:avLst/>
          </a:prstGeom>
          <a:noFill/>
          <a:ln w="25400">
            <a:solidFill>
              <a:srgbClr val="7D5D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960120"/>
            <a:ext cx="457200" cy="457200"/>
          </a:xfrm>
          <a:prstGeom prst="ellipse">
            <a:avLst/>
          </a:prstGeom>
          <a:solidFill>
            <a:srgbClr val="F6E5C5"/>
          </a:solidFill>
          <a:ln w="12700">
            <a:solidFill>
              <a:srgbClr val="F6E5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52760" y="4800600"/>
            <a:ext cx="548640" cy="777240"/>
          </a:xfrm>
          <a:prstGeom prst="roundRect">
            <a:avLst/>
          </a:prstGeom>
          <a:solidFill>
            <a:srgbClr val="9B6D50"/>
          </a:solidFill>
          <a:ln w="12700">
            <a:solidFill>
              <a:srgbClr val="9B6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room. Two guests.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MOMENT AFTER CHECKOUT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37960" y="914400"/>
            <a:ext cx="5029200" cy="5212080"/>
          </a:xfrm>
          <a:prstGeom prst="rect">
            <a:avLst/>
          </a:prstGeom>
          <a:solidFill>
            <a:srgbClr val="E7C9B4"/>
          </a:solidFill>
          <a:ln w="12700">
            <a:solidFill>
              <a:srgbClr val="E7C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3611880"/>
            <a:ext cx="4251960" cy="1417320"/>
          </a:xfrm>
          <a:prstGeom prst="rect">
            <a:avLst/>
          </a:prstGeom>
          <a:solidFill>
            <a:srgbClr val="F5E9DF"/>
          </a:solidFill>
          <a:ln w="12700">
            <a:solidFill>
              <a:srgbClr val="F5E9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3840480"/>
            <a:ext cx="3337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1417320"/>
            <a:ext cx="3017520" cy="1691640"/>
          </a:xfrm>
          <a:prstGeom prst="rect">
            <a:avLst/>
          </a:prstGeom>
          <a:solidFill>
            <a:srgbClr val="2D2624"/>
          </a:solidFill>
          <a:ln w="12700">
            <a:solidFill>
              <a:srgbClr val="2D26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NETFLIX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65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KIONA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0" cy="2103120"/>
          </a:xfrm>
          <a:prstGeom prst="line">
            <a:avLst/>
          </a:prstGeom>
          <a:noFill/>
          <a:ln w="25400">
            <a:solidFill>
              <a:srgbClr val="7D5D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960120"/>
            <a:ext cx="457200" cy="457200"/>
          </a:xfrm>
          <a:prstGeom prst="ellipse">
            <a:avLst/>
          </a:prstGeom>
          <a:solidFill>
            <a:srgbClr val="F6E5C5"/>
          </a:solidFill>
          <a:ln w="12700">
            <a:solidFill>
              <a:srgbClr val="F6E5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52760" y="4800600"/>
            <a:ext cx="548640" cy="777240"/>
          </a:xfrm>
          <a:prstGeom prst="roundRect">
            <a:avLst/>
          </a:prstGeom>
          <a:solidFill>
            <a:srgbClr val="9B6D50"/>
          </a:solidFill>
          <a:ln w="12700">
            <a:solidFill>
              <a:srgbClr val="9B6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11:00 AM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41248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267712"/>
            <a:ext cx="2560320" cy="0"/>
          </a:xfrm>
          <a:prstGeom prst="line">
            <a:avLst/>
          </a:prstGeom>
          <a:noFill/>
          <a:ln w="25400">
            <a:solidFill>
              <a:srgbClr val="E8D7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039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LATER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3337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4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guest checks in.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room resets. The session may not.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checkout list.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STAY DATA STAY WORKS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2743200" cy="2423160"/>
          </a:xfrm>
          <a:prstGeom prst="roundRect">
            <a:avLst>
              <a:gd name="adj" fmla="val 3774"/>
            </a:avLst>
          </a:prstGeom>
          <a:solidFill>
            <a:srgbClr val="FFF9F3"/>
          </a:solidFill>
          <a:ln w="15240">
            <a:solidFill>
              <a:srgbClr val="E8D7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1556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 DETAILS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Hotel • room • stay length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67328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2743200" cy="2423160"/>
          </a:xfrm>
          <a:prstGeom prst="roundRect">
            <a:avLst>
              <a:gd name="adj" fmla="val 3774"/>
            </a:avLst>
          </a:prstGeom>
          <a:solidFill>
            <a:srgbClr val="F3D8C8"/>
          </a:solidFill>
          <a:ln w="15240">
            <a:solidFill>
              <a:srgbClr val="D889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36168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 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6168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only what you logged into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13448" y="2743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06640" y="1920240"/>
            <a:ext cx="2743200" cy="2423160"/>
          </a:xfrm>
          <a:prstGeom prst="roundRect">
            <a:avLst>
              <a:gd name="adj" fmla="val 3774"/>
            </a:avLst>
          </a:prstGeom>
          <a:solidFill>
            <a:srgbClr val="FFF9F3"/>
          </a:solidFill>
          <a:ln w="15240">
            <a:solidFill>
              <a:srgbClr val="E8D7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60780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CHECKPOINT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0780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exactly what to sign out of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 Python • input • conditionals • loops • 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4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DOESN’T ALWAYS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LIKE A HACKER.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8680" y="26060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Sometimes it looks like one final reminder before the door closes.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18120" y="123444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5B4038"/>
          </a:solidFill>
          <a:ln w="12700">
            <a:solidFill>
              <a:srgbClr val="5B40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91272" y="1307592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NETFLIX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198424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5B4038"/>
          </a:solidFill>
          <a:ln w="12700">
            <a:solidFill>
              <a:srgbClr val="5B40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91272" y="2057400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18120" y="2734056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5B4038"/>
          </a:solidFill>
          <a:ln w="12700">
            <a:solidFill>
              <a:srgbClr val="5B40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91272" y="2807208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18120" y="3483864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D8896C"/>
          </a:solidFill>
          <a:ln w="12700">
            <a:solidFill>
              <a:srgbClr val="D889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1272" y="3557016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1812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B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LOG OUT BEFORE CHECKOUT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89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DATA STAY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4A3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protecting a traveler’s</a:t>
            </a:r>
            <a:endParaRPr lang="en-US" sz="3100" dirty="0"/>
          </a:p>
          <a:p>
            <a:pPr indent="0" marL="0">
              <a:buNone/>
            </a:pPr>
            <a:r>
              <a:rPr lang="en-US" sz="3100" dirty="0">
                <a:solidFill>
                  <a:srgbClr val="4A3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footprint…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0" y="38862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…to helping an entire organization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on trusted guidance.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0" y="3246120"/>
            <a:ext cx="1920240" cy="0"/>
          </a:xfrm>
          <a:prstGeom prst="line">
            <a:avLst/>
          </a:prstGeom>
          <a:noFill/>
          <a:ln w="25400">
            <a:solidFill>
              <a:srgbClr val="D5B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CHAPTER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0956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25712" y="12070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i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9400032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PILOT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2743200" y="74980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136392" y="77724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D5B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PILOT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policy guidance.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ownership.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incident action.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7406640" y="1143000"/>
            <a:ext cx="3749040" cy="4389120"/>
          </a:xfrm>
          <a:prstGeom prst="roundRect">
            <a:avLst>
              <a:gd name="adj" fmla="val 2927"/>
            </a:avLst>
          </a:prstGeom>
          <a:solidFill>
            <a:srgbClr val="3B2435">
              <a:alpha val="95000"/>
            </a:srgbClr>
          </a:solidFill>
          <a:ln w="12700">
            <a:solidFill>
              <a:srgbClr val="6B4B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D5B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QUESTION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20574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clicked a phishing link.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I do next?”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0" y="324612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CF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Immediate steps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CF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Escalation guidance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CF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Correct policy owner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DeRexi is designed to close.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EXISTS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23591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employees may not know where to find the answer.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0372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IS UNCLEAR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can be vague, outdated, or incomplete.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IS UNKNOWN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45079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may not know who owns the policy.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3977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HAPPENS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450799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few minutes should not be spent searching.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assistant. Four connected workflows.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DEREXI DOES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5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3429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asks a policy question.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47872" y="182880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5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3429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DeRexi retrieves trusted guidance.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64224" y="182880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5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65392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3429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+ department are surfaced when clarification is needed.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0576" y="182880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0E1D0"/>
          </a:solidFill>
          <a:ln w="12700">
            <a:solidFill>
              <a:srgbClr val="D5B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81744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81744" y="3429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Assistance provides immediate steps and escalation.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the people who actually use policy.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DEREXI DIRECTORY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280160" y="1874520"/>
            <a:ext cx="868680" cy="868680"/>
          </a:xfrm>
          <a:prstGeom prst="ellipse">
            <a:avLst/>
          </a:prstGeom>
          <a:solidFill>
            <a:srgbClr val="E8D7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401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Owner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FE3D7"/>
          </a:solidFill>
          <a:ln w="12700">
            <a:solidFill>
              <a:srgbClr val="EFE3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18795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47872" y="1874520"/>
            <a:ext cx="868680" cy="868680"/>
          </a:xfrm>
          <a:prstGeom prst="ellipse">
            <a:avLst/>
          </a:prstGeom>
          <a:solidFill>
            <a:srgbClr val="F4D2B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53512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3401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Administrator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41148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FE3D7"/>
          </a:solidFill>
          <a:ln w="12700">
            <a:solidFill>
              <a:srgbClr val="EFE3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418795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15584" y="1874520"/>
            <a:ext cx="868680" cy="868680"/>
          </a:xfrm>
          <a:prstGeom prst="ellipse">
            <a:avLst/>
          </a:prstGeom>
          <a:solidFill>
            <a:srgbClr val="E8D7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21224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1224" y="3401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Employee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9824" y="41148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FE3D7"/>
          </a:solidFill>
          <a:ln w="12700">
            <a:solidFill>
              <a:srgbClr val="EFE3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418795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83296" y="1874520"/>
            <a:ext cx="868680" cy="868680"/>
          </a:xfrm>
          <a:prstGeom prst="ellipse">
            <a:avLst/>
          </a:prstGeom>
          <a:solidFill>
            <a:srgbClr val="F4D2B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1896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88936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88936" y="3401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Associate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41148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FE3D7"/>
          </a:solidFill>
          <a:ln w="12700">
            <a:solidFill>
              <a:srgbClr val="EFE3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90688" y="418795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351008" y="1874520"/>
            <a:ext cx="868680" cy="868680"/>
          </a:xfrm>
          <a:prstGeom prst="ellipse">
            <a:avLst/>
          </a:prstGeom>
          <a:solidFill>
            <a:srgbClr val="E8D7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79608" y="2103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756648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56648" y="34015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Representative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85248" y="41148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FE3D7"/>
          </a:solidFill>
          <a:ln w="12700">
            <a:solidFill>
              <a:srgbClr val="EFE3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418795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development focus: realistic employee records, departments, job titles, system roles + policy ownership.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weeks from concept to release.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ROADMAP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E8CDB8"/>
          </a:solidFill>
          <a:ln w="12700">
            <a:solidFill>
              <a:srgbClr val="D889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82880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E8CDB8"/>
          </a:solidFill>
          <a:ln w="12700">
            <a:solidFill>
              <a:srgbClr val="D889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E8CDB8"/>
          </a:solidFill>
          <a:ln w="12700">
            <a:solidFill>
              <a:srgbClr val="D889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+ Backend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1DFCE"/>
          </a:solidFill>
          <a:ln w="12700">
            <a:solidFill>
              <a:srgbClr val="D889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89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Mgmt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Search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04120" y="182880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0" y="23957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UI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77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407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+ Routing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384048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977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43200" y="4407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Assist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384048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977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17720" y="4407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+ Security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384048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977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4407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0" y="384048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3977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66760" y="4407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104120" y="3840480"/>
            <a:ext cx="16276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D7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3977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241280" y="4407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" y="5989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89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→ database foundation + directory build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BF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will “finished” look like?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1288" y="1847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LIBRARY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61288" y="23042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policies + ownership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5196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36008" y="1847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Q&amp;A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6008" y="23042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grounded in approved content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2668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10728" y="1847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10728" y="23042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email preview + routing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1288" y="4041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HEALTH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61288" y="4498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and ambiguity signals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51960" y="4023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6008" y="4041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ASSISTANCE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6008" y="4498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steps + escalation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26680" y="4023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B0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10728" y="4041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ACCESS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0728" y="4498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C9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+ role-based permissions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projects. One security philosophy.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889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DATA STAY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4A3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habit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4A3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risk.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0" y="1874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DEREXI: POLICY PILOT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2331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right action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easier to find.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74920" y="1737360"/>
            <a:ext cx="0" cy="2743200"/>
          </a:xfrm>
          <a:prstGeom prst="line">
            <a:avLst/>
          </a:prstGeom>
          <a:noFill/>
          <a:ln w="19050">
            <a:solidFill>
              <a:srgbClr val="E8D7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that works with people—not against them.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98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1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connected.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to explore my portfolio, projects, and professional links.</a:t>
            </a:r>
            <a:endParaRPr lang="en-US" sz="1500" dirty="0"/>
          </a:p>
        </p:txBody>
      </p:sp>
      <p:pic>
        <p:nvPicPr>
          <p:cNvPr id="5" name="Image 0" descr="/mnt/data/kiona_connect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09728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B18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TO CONNECT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0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 •  LinkedIn  •  GitHub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kawilson120@gmail.com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5760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89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Day • September 17,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 Data Stay + DeRexi: Policy Pilot</dc:title>
  <dc:subject>DAE Field Day Project Showcase</dc:subject>
  <dc:creator>Kiona Wilson</dc:creator>
  <cp:lastModifiedBy>Kiona Wilson</cp:lastModifiedBy>
  <cp:revision>1</cp:revision>
  <dcterms:created xsi:type="dcterms:W3CDTF">2026-09-10T11:16:51Z</dcterms:created>
  <dcterms:modified xsi:type="dcterms:W3CDTF">2026-09-10T11:16:51Z</dcterms:modified>
</cp:coreProperties>
</file>